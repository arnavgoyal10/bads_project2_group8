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NovaMart Marketing Analytics Q-Review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Marketing Analytics Team</a:t>
            </a:r>
          </a:p>
          <a:p>
            <a:r>
              <a:t>Addressing Efficiency &amp;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/ What this deck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Overview &amp; Quality Flags</a:t>
            </a:r>
          </a:p>
          <a:p>
            <a:pPr/>
            <a:r>
              <a:t>2. Top Findings across Channels, Campaigns, Regions, and Segments</a:t>
            </a:r>
          </a:p>
          <a:p>
            <a:pPr/>
            <a:r>
              <a:t>3. Lead Prioritization &amp; Retention Models</a:t>
            </a:r>
          </a:p>
          <a:p>
            <a:pPr/>
            <a:r>
              <a:t>4. Top Actions &amp; Budget Allocation for Next Quarter</a:t>
            </a:r>
          </a:p>
          <a:p>
            <a:pPr/>
            <a:r>
              <a:t>5. Risks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 &amp; Quality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 data sources: Customers, Campaigns, Leads, Sessions, Transactions.</a:t>
            </a:r>
          </a:p>
          <a:p>
            <a:pPr/>
            <a:r>
              <a:t>Key Quality Flags:</a:t>
            </a:r>
          </a:p>
          <a:p>
            <a:pPr/>
            <a:r>
              <a:t>- Spend vs Budget anomalies in Campaigns.</a:t>
            </a:r>
          </a:p>
          <a:p>
            <a:pPr/>
            <a:r>
              <a:t>- Impossible dates (conversion before lead).</a:t>
            </a:r>
          </a:p>
          <a:p>
            <a:pPr/>
            <a:r>
              <a:t>- Unattributed and anonymous leads kept to highlight tracking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Finding #1 - Best Acquisition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Question: Which channels generate most leads? Most valuable customers?</a:t>
            </a:r>
          </a:p>
          <a:p>
            <a:pPr/>
            <a:r>
              <a:t>- Search and Meta generate the highest volume of leads.</a:t>
            </a:r>
          </a:p>
          <a:p>
            <a:pPr/>
            <a:r>
              <a:t>- Organic and Direct channels, although lower volume, drive higher value customers (AOV &amp; Repeat Buying).</a:t>
            </a:r>
          </a:p>
          <a:p>
            <a:pPr/>
            <a:r>
              <a:t>Action: Shift 15% budget from low-conversion Display to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Finding #2 - Campaign Efficiency vs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Question: Which campaign types are surface-efficient but weak after conversion?</a:t>
            </a:r>
          </a:p>
          <a:p>
            <a:pPr/>
            <a:r>
              <a:t>- Awareness campaigns generate cheap clicks but very low revenue/ROAS.</a:t>
            </a:r>
          </a:p>
          <a:p>
            <a:pPr/>
            <a:r>
              <a:t>- Targeted Lead Gen campaigns demonstrate much higher ROAS.</a:t>
            </a:r>
          </a:p>
          <a:p>
            <a:pPr/>
            <a:r>
              <a:t>Action: Redesign Awareness campaigns to include stronger call-to-actions.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Finding #3 - Regional &amp; Device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Question: Which regions and devices respond best?</a:t>
            </a:r>
          </a:p>
          <a:p>
            <a:pPr/>
            <a:r>
              <a:t>- South East region shows highest conversion and revenue.</a:t>
            </a:r>
          </a:p>
          <a:p>
            <a:pPr/>
            <a:r>
              <a:t>- Mobile users account for 60% of sessions but only 40% of revenue (high bounce rate).</a:t>
            </a:r>
          </a:p>
          <a:p>
            <a:pPr/>
            <a:r>
              <a:t>Action: Optimize mobile checkout experience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Finding #4 - Discounting Effectiveness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Question: Does discounting justify margin sacrifice?</a:t>
            </a:r>
          </a:p>
          <a:p>
            <a:pPr/>
            <a:r>
              <a:t>- 10-15% discounts significantly lift LCR for New Customers.</a:t>
            </a:r>
          </a:p>
          <a:p>
            <a:pPr/>
            <a:r>
              <a:t>- Discounts &gt; 20% do not improve LCR enough to justify the margin loss.</a:t>
            </a:r>
          </a:p>
          <a:p>
            <a:pPr/>
            <a:r>
              <a:t>Action: Cap discounts at 15% for new leads; stop discounting for 'Champions' segment.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Finding #5 - Customer Segments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Question: Which segments deserve differentiated treatment?</a:t>
            </a:r>
          </a:p>
          <a:p>
            <a:pPr/>
            <a:r>
              <a:t>- 'Champions' (High RFM) deserve VIP treatment, early access, no deep discounts.</a:t>
            </a:r>
          </a:p>
          <a:p>
            <a:pPr/>
            <a:r>
              <a:t>- 'At Risk' segment needs targeted re-engagement campaigns.</a:t>
            </a:r>
          </a:p>
          <a:p>
            <a:pPr/>
            <a:r>
              <a:t>- High correlation between add-to-cart events and final purchase.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Prioritization Model - How to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Question: Can leads be prioritized more intelligently?</a:t>
            </a:r>
          </a:p>
          <a:p>
            <a:pPr/>
            <a:r>
              <a:t>- Built Gradient Boosting model predicting 30-day conversion.</a:t>
            </a:r>
          </a:p>
          <a:p>
            <a:pPr/>
            <a:r>
              <a:t>- Top 20% of scored leads capture over 60% of conversions.</a:t>
            </a:r>
          </a:p>
          <a:p>
            <a:pPr/>
            <a:r>
              <a:t>Action: Sales team must dial deciles 9 and 10 first daily.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Model - Early Warning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 predicts repeat purchase within 90 days.</a:t>
            </a:r>
          </a:p>
          <a:p>
            <a:pPr/>
            <a:r>
              <a:t>- Early warning: High acquisition cost + low first-order AOV strongly predicts churn.</a:t>
            </a:r>
          </a:p>
          <a:p>
            <a:pPr/>
            <a:r>
              <a:t>Action: Trigger automated win-back emails at day 60 for low-probability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3 Actions for 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Reallocate 15% Display budget to Search &amp; Meta.</a:t>
            </a:r>
          </a:p>
          <a:p>
            <a:pPr/>
            <a:r>
              <a:t>2. Implement ML Lead Scoring for sales team prioritization.</a:t>
            </a:r>
          </a:p>
          <a:p>
            <a:pPr/>
            <a:r>
              <a:t>3. Launch VIP retention track for 'Champions' and cap broad discounting at 15%.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Allocation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SPEND:</a:t>
            </a:r>
          </a:p>
          <a:p>
            <a:pPr/>
            <a:r>
              <a:t>- Search &amp; Meta lead-gen.</a:t>
            </a:r>
          </a:p>
          <a:p>
            <a:pPr/>
            <a:r>
              <a:t>- South East regional campaigns.</a:t>
            </a:r>
          </a:p>
          <a:p>
            <a:pPr/>
            <a:r>
              <a:t>REDUCE / REDESIGN:</a:t>
            </a:r>
          </a:p>
          <a:p>
            <a:pPr/>
            <a:r>
              <a:t>- Broad awareness display ads.</a:t>
            </a:r>
          </a:p>
          <a:p>
            <a:pPr/>
            <a:r>
              <a:t>- Generic 20%+ discount promos.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Data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know:</a:t>
            </a:r>
          </a:p>
          <a:p>
            <a:pPr/>
            <a:r>
              <a:t>- Conversions and last-touch attribution are reliable.</a:t>
            </a:r>
          </a:p>
          <a:p>
            <a:pPr/>
            <a:r>
              <a:t>What we don't know (Risks):</a:t>
            </a:r>
          </a:p>
          <a:p>
            <a:pPr/>
            <a:r>
              <a:t>- 30% of sessions are untrackable across devices (cookie loss).</a:t>
            </a:r>
          </a:p>
          <a:p>
            <a:pPr/>
            <a:r>
              <a:t>- 'Anonymous' leads limit full lifecycle ROI calculation.</a:t>
            </a:r>
          </a:p>
          <a:p>
            <a:pPr/>
            <a:r>
              <a:t>Recommendation: Implement server-side tracking to close data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